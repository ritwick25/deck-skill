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v.2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dev.3"/>
          <p:cNvSpPr txBox="1"/>
          <p:nvPr/>
        </p:nvSpPr>
        <p:spPr>
          <a:xfrm>
            <a:off x="121917" y="73150"/>
            <a:ext cx="11947861" cy="26821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750" b="1">
                <a:solidFill>
                  <a:schemeClr val="tx1">
                    <a:lumMod val="90000"/>
                    <a:lumOff val="10000"/>
                  </a:schemeClr>
                </a:solidFill>
              </a:rPr>
              <a:t>lorem ipsum dolor sit amet consectetur</a:t>
            </a:r>
          </a:p>
        </p:txBody>
      </p:sp>
      <p:sp>
        <p:nvSpPr>
          <p:cNvPr id="4" name="dev.4"/>
          <p:cNvSpPr txBox="1"/>
          <p:nvPr/>
        </p:nvSpPr>
        <p:spPr>
          <a:xfrm>
            <a:off x="121917" y="341367"/>
            <a:ext cx="11947861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0">
                <a:solidFill>
                  <a:schemeClr val="tx1">
                    <a:lumMod val="65000"/>
                    <a:lumOff val="35000"/>
                  </a:schemeClr>
                </a:solidFill>
              </a:rPr>
              <a:t>adipiscing elit sed do eiusmod tempor incididunt ut labore et dolore magna aliqua</a:t>
            </a:r>
          </a:p>
        </p:txBody>
      </p:sp>
      <p:sp>
        <p:nvSpPr>
          <p:cNvPr id="5" name="dev.5"/>
          <p:cNvSpPr/>
          <p:nvPr/>
        </p:nvSpPr>
        <p:spPr>
          <a:xfrm>
            <a:off x="121917" y="609585"/>
            <a:ext cx="1463003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dev.6"/>
          <p:cNvSpPr/>
          <p:nvPr/>
        </p:nvSpPr>
        <p:spPr>
          <a:xfrm>
            <a:off x="121917" y="609585"/>
            <a:ext cx="1463003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150" b="1">
                <a:solidFill>
                  <a:schemeClr val="tx1">
                    <a:lumMod val="90000"/>
                    <a:lumOff val="10000"/>
                  </a:schemeClr>
                </a:solidFill>
              </a:rPr>
              <a:t>enim ad minim</a:t>
            </a:r>
          </a:p>
        </p:txBody>
      </p:sp>
      <p:sp>
        <p:nvSpPr>
          <p:cNvPr id="7" name="dev.7"/>
          <p:cNvSpPr/>
          <p:nvPr/>
        </p:nvSpPr>
        <p:spPr>
          <a:xfrm>
            <a:off x="121917" y="871706"/>
            <a:ext cx="1463003" cy="3047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dev.8"/>
          <p:cNvSpPr txBox="1"/>
          <p:nvPr/>
        </p:nvSpPr>
        <p:spPr>
          <a:xfrm>
            <a:off x="195067" y="999719"/>
            <a:ext cx="1316703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veniam</a:t>
            </a:r>
          </a:p>
        </p:txBody>
      </p:sp>
      <p:sp>
        <p:nvSpPr>
          <p:cNvPr id="9" name="dev.9"/>
          <p:cNvSpPr/>
          <p:nvPr/>
        </p:nvSpPr>
        <p:spPr>
          <a:xfrm>
            <a:off x="195067" y="1170403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dev.10"/>
          <p:cNvSpPr txBox="1"/>
          <p:nvPr/>
        </p:nvSpPr>
        <p:spPr>
          <a:xfrm>
            <a:off x="499860" y="1170403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quis</a:t>
            </a:r>
          </a:p>
        </p:txBody>
      </p:sp>
      <p:sp>
        <p:nvSpPr>
          <p:cNvPr id="11" name="dev.11"/>
          <p:cNvSpPr/>
          <p:nvPr/>
        </p:nvSpPr>
        <p:spPr>
          <a:xfrm>
            <a:off x="195067" y="1587460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dev.12"/>
          <p:cNvSpPr txBox="1"/>
          <p:nvPr/>
        </p:nvSpPr>
        <p:spPr>
          <a:xfrm>
            <a:off x="499860" y="1587460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nostrud exercitation ullamco</a:t>
            </a:r>
          </a:p>
        </p:txBody>
      </p:sp>
      <p:sp>
        <p:nvSpPr>
          <p:cNvPr id="13" name="dev.13"/>
          <p:cNvSpPr/>
          <p:nvPr/>
        </p:nvSpPr>
        <p:spPr>
          <a:xfrm>
            <a:off x="195067" y="2004518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dev.14"/>
          <p:cNvSpPr txBox="1"/>
          <p:nvPr/>
        </p:nvSpPr>
        <p:spPr>
          <a:xfrm>
            <a:off x="499860" y="2004518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laboris nisi lorem</a:t>
            </a:r>
          </a:p>
        </p:txBody>
      </p:sp>
      <p:sp>
        <p:nvSpPr>
          <p:cNvPr id="15" name="dev.15"/>
          <p:cNvSpPr/>
          <p:nvPr/>
        </p:nvSpPr>
        <p:spPr>
          <a:xfrm>
            <a:off x="195067" y="2421575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65000"/>
                    <a:lumOff val="35000"/>
                  </a:schemeClr>
                </a:solidFill>
              </a:rPr>
              <a:t>ipsum 00 sit</a:t>
            </a:r>
          </a:p>
        </p:txBody>
      </p:sp>
      <p:sp>
        <p:nvSpPr>
          <p:cNvPr id="16" name="dev.16"/>
          <p:cNvSpPr txBox="1"/>
          <p:nvPr/>
        </p:nvSpPr>
        <p:spPr>
          <a:xfrm>
            <a:off x="195067" y="2887400"/>
            <a:ext cx="1316703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amet consectetur adipiscing</a:t>
            </a:r>
          </a:p>
        </p:txBody>
      </p:sp>
      <p:sp>
        <p:nvSpPr>
          <p:cNvPr id="17" name="dev.17"/>
          <p:cNvSpPr/>
          <p:nvPr/>
        </p:nvSpPr>
        <p:spPr>
          <a:xfrm>
            <a:off x="195067" y="3058084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dev.18"/>
          <p:cNvSpPr txBox="1"/>
          <p:nvPr/>
        </p:nvSpPr>
        <p:spPr>
          <a:xfrm>
            <a:off x="499860" y="3058084"/>
            <a:ext cx="963144" cy="51950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elit</a:t>
            </a:r>
          </a:p>
        </p:txBody>
      </p:sp>
      <p:sp>
        <p:nvSpPr>
          <p:cNvPr id="19" name="dev.19"/>
          <p:cNvSpPr/>
          <p:nvPr/>
        </p:nvSpPr>
        <p:spPr>
          <a:xfrm>
            <a:off x="195067" y="3614160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dev.20"/>
          <p:cNvSpPr txBox="1"/>
          <p:nvPr/>
        </p:nvSpPr>
        <p:spPr>
          <a:xfrm>
            <a:off x="499860" y="3614160"/>
            <a:ext cx="963144" cy="51950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sed</a:t>
            </a:r>
          </a:p>
        </p:txBody>
      </p:sp>
      <p:sp>
        <p:nvSpPr>
          <p:cNvPr id="21" name="dev.21"/>
          <p:cNvSpPr/>
          <p:nvPr/>
        </p:nvSpPr>
        <p:spPr>
          <a:xfrm>
            <a:off x="195067" y="4170237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65000"/>
                    <a:lumOff val="35000"/>
                  </a:schemeClr>
                </a:solidFill>
              </a:rPr>
              <a:t>do 00 tempor</a:t>
            </a:r>
          </a:p>
        </p:txBody>
      </p:sp>
      <p:sp>
        <p:nvSpPr>
          <p:cNvPr id="22" name="dev.22"/>
          <p:cNvSpPr txBox="1"/>
          <p:nvPr/>
        </p:nvSpPr>
        <p:spPr>
          <a:xfrm>
            <a:off x="195067" y="4775081"/>
            <a:ext cx="1316703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incididunt ut labore</a:t>
            </a:r>
          </a:p>
        </p:txBody>
      </p:sp>
      <p:sp>
        <p:nvSpPr>
          <p:cNvPr id="23" name="dev.23"/>
          <p:cNvSpPr/>
          <p:nvPr/>
        </p:nvSpPr>
        <p:spPr>
          <a:xfrm>
            <a:off x="195067" y="4945764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dev.24"/>
          <p:cNvSpPr txBox="1"/>
          <p:nvPr/>
        </p:nvSpPr>
        <p:spPr>
          <a:xfrm>
            <a:off x="499860" y="4945764"/>
            <a:ext cx="963144" cy="51950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et dolore magna</a:t>
            </a:r>
          </a:p>
        </p:txBody>
      </p:sp>
      <p:sp>
        <p:nvSpPr>
          <p:cNvPr id="25" name="dev.25"/>
          <p:cNvSpPr/>
          <p:nvPr/>
        </p:nvSpPr>
        <p:spPr>
          <a:xfrm>
            <a:off x="195067" y="5501841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dev.26"/>
          <p:cNvSpPr txBox="1"/>
          <p:nvPr/>
        </p:nvSpPr>
        <p:spPr>
          <a:xfrm>
            <a:off x="499860" y="5501841"/>
            <a:ext cx="963144" cy="51950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90000"/>
                    <a:lumOff val="10000"/>
                  </a:schemeClr>
                </a:solidFill>
              </a:rPr>
              <a:t>aliqua enim</a:t>
            </a:r>
          </a:p>
        </p:txBody>
      </p:sp>
      <p:sp>
        <p:nvSpPr>
          <p:cNvPr id="27" name="dev.27"/>
          <p:cNvSpPr/>
          <p:nvPr/>
        </p:nvSpPr>
        <p:spPr>
          <a:xfrm>
            <a:off x="195067" y="6057918"/>
            <a:ext cx="1316703" cy="51950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algn="l"/>
            <a:r>
              <a:rPr sz="850" b="0">
                <a:solidFill>
                  <a:schemeClr val="tx1">
                    <a:lumMod val="65000"/>
                    <a:lumOff val="35000"/>
                  </a:schemeClr>
                </a:solidFill>
              </a:rPr>
              <a:t>ad 00 veniam</a:t>
            </a:r>
          </a:p>
        </p:txBody>
      </p:sp>
      <p:sp>
        <p:nvSpPr>
          <p:cNvPr id="28" name="dev.28"/>
          <p:cNvSpPr/>
          <p:nvPr/>
        </p:nvSpPr>
        <p:spPr>
          <a:xfrm>
            <a:off x="10606773" y="609585"/>
            <a:ext cx="1463003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dev.29"/>
          <p:cNvSpPr/>
          <p:nvPr/>
        </p:nvSpPr>
        <p:spPr>
          <a:xfrm>
            <a:off x="10606773" y="609585"/>
            <a:ext cx="1463003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150" b="1">
                <a:solidFill>
                  <a:schemeClr val="tx1">
                    <a:lumMod val="90000"/>
                    <a:lumOff val="10000"/>
                  </a:schemeClr>
                </a:solidFill>
              </a:rPr>
              <a:t>quis nostrud</a:t>
            </a:r>
          </a:p>
        </p:txBody>
      </p:sp>
      <p:sp>
        <p:nvSpPr>
          <p:cNvPr id="30" name="dev.30"/>
          <p:cNvSpPr/>
          <p:nvPr/>
        </p:nvSpPr>
        <p:spPr>
          <a:xfrm>
            <a:off x="10606773" y="871706"/>
            <a:ext cx="1463003" cy="3047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dev.31"/>
          <p:cNvSpPr txBox="1"/>
          <p:nvPr/>
        </p:nvSpPr>
        <p:spPr>
          <a:xfrm>
            <a:off x="10704307" y="1024102"/>
            <a:ext cx="1267936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exercitation</a:t>
            </a:r>
          </a:p>
        </p:txBody>
      </p:sp>
      <p:sp>
        <p:nvSpPr>
          <p:cNvPr id="32" name="dev.32"/>
          <p:cNvSpPr/>
          <p:nvPr/>
        </p:nvSpPr>
        <p:spPr>
          <a:xfrm>
            <a:off x="10704307" y="1243553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dev.33"/>
          <p:cNvSpPr txBox="1"/>
          <p:nvPr/>
        </p:nvSpPr>
        <p:spPr>
          <a:xfrm>
            <a:off x="11143208" y="1243553"/>
            <a:ext cx="780268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ullamco</a:t>
            </a:r>
          </a:p>
          <a:p>
            <a:pPr algn="l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laboris nisi lorem ipsum</a:t>
            </a:r>
          </a:p>
        </p:txBody>
      </p:sp>
      <p:sp>
        <p:nvSpPr>
          <p:cNvPr id="34" name="dev.34"/>
          <p:cNvSpPr/>
          <p:nvPr/>
        </p:nvSpPr>
        <p:spPr>
          <a:xfrm>
            <a:off x="10704307" y="1828754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dev.35"/>
          <p:cNvSpPr txBox="1"/>
          <p:nvPr/>
        </p:nvSpPr>
        <p:spPr>
          <a:xfrm>
            <a:off x="11143208" y="1828754"/>
            <a:ext cx="780268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dolor 00</a:t>
            </a:r>
          </a:p>
          <a:p>
            <a:pPr algn="l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</a:p>
        </p:txBody>
      </p:sp>
      <p:sp>
        <p:nvSpPr>
          <p:cNvPr id="36" name="dev.36"/>
          <p:cNvSpPr/>
          <p:nvPr/>
        </p:nvSpPr>
        <p:spPr>
          <a:xfrm>
            <a:off x="10704307" y="2413956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dev.37"/>
          <p:cNvSpPr txBox="1"/>
          <p:nvPr/>
        </p:nvSpPr>
        <p:spPr>
          <a:xfrm>
            <a:off x="11143208" y="2413956"/>
            <a:ext cx="780268" cy="51205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consectetur adipiscing</a:t>
            </a:r>
          </a:p>
        </p:txBody>
      </p:sp>
      <p:sp>
        <p:nvSpPr>
          <p:cNvPr id="38" name="dev.38"/>
          <p:cNvSpPr txBox="1"/>
          <p:nvPr/>
        </p:nvSpPr>
        <p:spPr>
          <a:xfrm>
            <a:off x="10704307" y="3194224"/>
            <a:ext cx="1267936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</a:p>
        </p:txBody>
      </p:sp>
      <p:sp>
        <p:nvSpPr>
          <p:cNvPr id="39" name="dev.39"/>
          <p:cNvSpPr/>
          <p:nvPr/>
        </p:nvSpPr>
        <p:spPr>
          <a:xfrm>
            <a:off x="10704307" y="3413675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dev.40"/>
          <p:cNvSpPr txBox="1"/>
          <p:nvPr/>
        </p:nvSpPr>
        <p:spPr>
          <a:xfrm>
            <a:off x="11143208" y="3413675"/>
            <a:ext cx="780268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sed do</a:t>
            </a:r>
          </a:p>
          <a:p>
            <a:pPr algn="l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eiusmod tempor incididunt ut</a:t>
            </a:r>
          </a:p>
        </p:txBody>
      </p:sp>
      <p:sp>
        <p:nvSpPr>
          <p:cNvPr id="41" name="dev.41"/>
          <p:cNvSpPr/>
          <p:nvPr/>
        </p:nvSpPr>
        <p:spPr>
          <a:xfrm>
            <a:off x="10704307" y="3998876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2" name="dev.42"/>
          <p:cNvSpPr txBox="1"/>
          <p:nvPr/>
        </p:nvSpPr>
        <p:spPr>
          <a:xfrm>
            <a:off x="11143208" y="3998876"/>
            <a:ext cx="780268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labore</a:t>
            </a:r>
          </a:p>
          <a:p>
            <a:pPr algn="l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et</a:t>
            </a:r>
          </a:p>
        </p:txBody>
      </p:sp>
      <p:sp>
        <p:nvSpPr>
          <p:cNvPr id="43" name="dev.43"/>
          <p:cNvSpPr/>
          <p:nvPr/>
        </p:nvSpPr>
        <p:spPr>
          <a:xfrm>
            <a:off x="10704307" y="4584077"/>
            <a:ext cx="1267936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dev.44"/>
          <p:cNvSpPr txBox="1"/>
          <p:nvPr/>
        </p:nvSpPr>
        <p:spPr>
          <a:xfrm>
            <a:off x="11143208" y="4584077"/>
            <a:ext cx="780268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dolore magna aliqua</a:t>
            </a:r>
          </a:p>
          <a:p>
            <a:pPr algn="l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enim</a:t>
            </a:r>
          </a:p>
        </p:txBody>
      </p:sp>
      <p:sp>
        <p:nvSpPr>
          <p:cNvPr id="45" name="dev.45"/>
          <p:cNvSpPr/>
          <p:nvPr/>
        </p:nvSpPr>
        <p:spPr>
          <a:xfrm>
            <a:off x="1706837" y="609585"/>
            <a:ext cx="8778021" cy="999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6" name="dev.46"/>
          <p:cNvSpPr/>
          <p:nvPr/>
        </p:nvSpPr>
        <p:spPr>
          <a:xfrm>
            <a:off x="1706837" y="609585"/>
            <a:ext cx="8778021" cy="292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200" b="1">
                <a:solidFill>
                  <a:schemeClr val="bg1"/>
                </a:solidFill>
              </a:rPr>
              <a:t>ad minim veniam quis nostrud exercitation ullamco laboris nisi lorem ipsum</a:t>
            </a:r>
          </a:p>
        </p:txBody>
      </p:sp>
      <p:sp>
        <p:nvSpPr>
          <p:cNvPr id="47" name="dev.47"/>
          <p:cNvSpPr/>
          <p:nvPr/>
        </p:nvSpPr>
        <p:spPr>
          <a:xfrm>
            <a:off x="1828754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dev.48"/>
          <p:cNvSpPr txBox="1"/>
          <p:nvPr/>
        </p:nvSpPr>
        <p:spPr>
          <a:xfrm>
            <a:off x="2389572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50" b="1">
                <a:solidFill>
                  <a:schemeClr val="tx1">
                    <a:lumMod val="90000"/>
                    <a:lumOff val="10000"/>
                  </a:schemeClr>
                </a:solidFill>
              </a:rPr>
              <a:t>dolor sit</a:t>
            </a:r>
          </a:p>
          <a:p>
            <a:pPr algn="l"/>
            <a:r>
              <a:rPr sz="850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</a:p>
        </p:txBody>
      </p:sp>
      <p:sp>
        <p:nvSpPr>
          <p:cNvPr id="49" name="dev.49"/>
          <p:cNvSpPr/>
          <p:nvPr/>
        </p:nvSpPr>
        <p:spPr>
          <a:xfrm>
            <a:off x="3992780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dev.50"/>
          <p:cNvSpPr txBox="1"/>
          <p:nvPr/>
        </p:nvSpPr>
        <p:spPr>
          <a:xfrm>
            <a:off x="4553598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50" b="1">
                <a:solidFill>
                  <a:schemeClr val="tx1">
                    <a:lumMod val="90000"/>
                    <a:lumOff val="10000"/>
                  </a:schemeClr>
                </a:solidFill>
              </a:rPr>
              <a:t>consectetur 00</a:t>
            </a:r>
          </a:p>
          <a:p>
            <a:pPr algn="l"/>
            <a:r>
              <a:rPr sz="850">
                <a:solidFill>
                  <a:schemeClr val="tx1">
                    <a:lumMod val="65000"/>
                    <a:lumOff val="35000"/>
                  </a:schemeClr>
                </a:solidFill>
              </a:rPr>
              <a:t>elit sed do</a:t>
            </a:r>
          </a:p>
        </p:txBody>
      </p:sp>
      <p:sp>
        <p:nvSpPr>
          <p:cNvPr id="51" name="dev.51"/>
          <p:cNvSpPr/>
          <p:nvPr/>
        </p:nvSpPr>
        <p:spPr>
          <a:xfrm>
            <a:off x="6156806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2" name="dev.52"/>
          <p:cNvSpPr txBox="1"/>
          <p:nvPr/>
        </p:nvSpPr>
        <p:spPr>
          <a:xfrm>
            <a:off x="6717624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50" b="1">
                <a:solidFill>
                  <a:schemeClr val="tx1">
                    <a:lumMod val="90000"/>
                    <a:lumOff val="10000"/>
                  </a:schemeClr>
                </a:solidFill>
              </a:rPr>
              <a:t>eiusmod</a:t>
            </a:r>
          </a:p>
          <a:p>
            <a:pPr algn="l"/>
            <a:r>
              <a:rPr sz="850">
                <a:solidFill>
                  <a:schemeClr val="tx1">
                    <a:lumMod val="65000"/>
                    <a:lumOff val="35000"/>
                  </a:schemeClr>
                </a:solidFill>
              </a:rPr>
              <a:t>tempor incididunt</a:t>
            </a:r>
          </a:p>
        </p:txBody>
      </p:sp>
      <p:sp>
        <p:nvSpPr>
          <p:cNvPr id="53" name="dev.53"/>
          <p:cNvSpPr/>
          <p:nvPr/>
        </p:nvSpPr>
        <p:spPr>
          <a:xfrm>
            <a:off x="8320832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dev.54"/>
          <p:cNvSpPr txBox="1"/>
          <p:nvPr/>
        </p:nvSpPr>
        <p:spPr>
          <a:xfrm>
            <a:off x="8881650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50" b="1">
                <a:solidFill>
                  <a:schemeClr val="tx1">
                    <a:lumMod val="90000"/>
                    <a:lumOff val="10000"/>
                  </a:schemeClr>
                </a:solidFill>
              </a:rPr>
              <a:t>ut</a:t>
            </a:r>
          </a:p>
          <a:p>
            <a:pPr algn="l"/>
            <a:r>
              <a:rPr sz="850">
                <a:solidFill>
                  <a:schemeClr val="tx1">
                    <a:lumMod val="65000"/>
                    <a:lumOff val="35000"/>
                  </a:schemeClr>
                </a:solidFill>
              </a:rPr>
              <a:t>labore et dolore</a:t>
            </a:r>
          </a:p>
        </p:txBody>
      </p:sp>
      <p:sp>
        <p:nvSpPr>
          <p:cNvPr id="55" name="dev.55"/>
          <p:cNvSpPr/>
          <p:nvPr/>
        </p:nvSpPr>
        <p:spPr>
          <a:xfrm>
            <a:off x="1706837" y="1731221"/>
            <a:ext cx="3970590" cy="40537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6" name="dev.56"/>
          <p:cNvSpPr/>
          <p:nvPr/>
        </p:nvSpPr>
        <p:spPr>
          <a:xfrm>
            <a:off x="1706837" y="1731221"/>
            <a:ext cx="3970590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150" b="1">
                <a:solidFill>
                  <a:schemeClr val="tx1">
                    <a:lumMod val="90000"/>
                    <a:lumOff val="10000"/>
                  </a:schemeClr>
                </a:solidFill>
              </a:rPr>
              <a:t>magna aliqua</a:t>
            </a:r>
          </a:p>
        </p:txBody>
      </p:sp>
      <p:sp>
        <p:nvSpPr>
          <p:cNvPr id="57" name="dev.57"/>
          <p:cNvSpPr/>
          <p:nvPr/>
        </p:nvSpPr>
        <p:spPr>
          <a:xfrm>
            <a:off x="1706837" y="1993342"/>
            <a:ext cx="3970590" cy="3047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8" name="dev.58"/>
          <p:cNvSpPr/>
          <p:nvPr/>
        </p:nvSpPr>
        <p:spPr>
          <a:xfrm>
            <a:off x="5823728" y="1731221"/>
            <a:ext cx="4661129" cy="40537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9" name="dev.59"/>
          <p:cNvSpPr/>
          <p:nvPr/>
        </p:nvSpPr>
        <p:spPr>
          <a:xfrm>
            <a:off x="5823728" y="1731221"/>
            <a:ext cx="4661129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200" b="1">
                <a:solidFill>
                  <a:schemeClr val="tx1">
                    <a:lumMod val="90000"/>
                    <a:lumOff val="10000"/>
                  </a:schemeClr>
                </a:solidFill>
              </a:rPr>
              <a:t>enim ad minim veniam quis nostrud exercitation</a:t>
            </a:r>
          </a:p>
        </p:txBody>
      </p:sp>
      <p:sp>
        <p:nvSpPr>
          <p:cNvPr id="60" name="dev.60"/>
          <p:cNvSpPr/>
          <p:nvPr/>
        </p:nvSpPr>
        <p:spPr>
          <a:xfrm>
            <a:off x="5823728" y="1993342"/>
            <a:ext cx="4661129" cy="3047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1" name="dev.61"/>
          <p:cNvSpPr txBox="1"/>
          <p:nvPr/>
        </p:nvSpPr>
        <p:spPr>
          <a:xfrm>
            <a:off x="1779987" y="2096972"/>
            <a:ext cx="3824290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ullamco laboris</a:t>
            </a:r>
          </a:p>
        </p:txBody>
      </p:sp>
      <p:sp>
        <p:nvSpPr>
          <p:cNvPr id="62" name="dev.62"/>
          <p:cNvSpPr/>
          <p:nvPr/>
        </p:nvSpPr>
        <p:spPr>
          <a:xfrm>
            <a:off x="1779987" y="2267655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3" name="dev.63"/>
          <p:cNvSpPr txBox="1"/>
          <p:nvPr/>
        </p:nvSpPr>
        <p:spPr>
          <a:xfrm>
            <a:off x="1828754" y="2730938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nisi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lorem</a:t>
            </a:r>
          </a:p>
        </p:txBody>
      </p:sp>
      <p:sp>
        <p:nvSpPr>
          <p:cNvPr id="64" name="dev.64"/>
          <p:cNvSpPr/>
          <p:nvPr/>
        </p:nvSpPr>
        <p:spPr>
          <a:xfrm>
            <a:off x="2760443" y="2267655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5" name="dev.65"/>
          <p:cNvSpPr txBox="1"/>
          <p:nvPr/>
        </p:nvSpPr>
        <p:spPr>
          <a:xfrm>
            <a:off x="2809210" y="2730938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ipsum dolor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sit</a:t>
            </a:r>
          </a:p>
        </p:txBody>
      </p:sp>
      <p:sp>
        <p:nvSpPr>
          <p:cNvPr id="66" name="dev.66"/>
          <p:cNvSpPr/>
          <p:nvPr/>
        </p:nvSpPr>
        <p:spPr>
          <a:xfrm>
            <a:off x="3740898" y="2267655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7" name="dev.67"/>
          <p:cNvSpPr txBox="1"/>
          <p:nvPr/>
        </p:nvSpPr>
        <p:spPr>
          <a:xfrm>
            <a:off x="3789665" y="2730938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amet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consectetur adipiscing elit</a:t>
            </a:r>
          </a:p>
        </p:txBody>
      </p:sp>
      <p:sp>
        <p:nvSpPr>
          <p:cNvPr id="68" name="dev.68"/>
          <p:cNvSpPr/>
          <p:nvPr/>
        </p:nvSpPr>
        <p:spPr>
          <a:xfrm>
            <a:off x="4721355" y="2267655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9" name="dev.69"/>
          <p:cNvSpPr txBox="1"/>
          <p:nvPr/>
        </p:nvSpPr>
        <p:spPr>
          <a:xfrm>
            <a:off x="4770122" y="2730938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00 do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eiusmod</a:t>
            </a:r>
          </a:p>
        </p:txBody>
      </p:sp>
      <p:cxnSp>
        <p:nvCxnSpPr>
          <p:cNvPr id="70" name="dev.70"/>
          <p:cNvCxnSpPr/>
          <p:nvPr/>
        </p:nvCxnSpPr>
        <p:spPr>
          <a:xfrm>
            <a:off x="2656814" y="2645598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71" name="dev.71"/>
          <p:cNvSpPr txBox="1"/>
          <p:nvPr/>
        </p:nvSpPr>
        <p:spPr>
          <a:xfrm>
            <a:off x="2498322" y="2426147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tempor</a:t>
            </a:r>
          </a:p>
        </p:txBody>
      </p:sp>
      <p:cxnSp>
        <p:nvCxnSpPr>
          <p:cNvPr id="72" name="dev.72"/>
          <p:cNvCxnSpPr/>
          <p:nvPr/>
        </p:nvCxnSpPr>
        <p:spPr>
          <a:xfrm>
            <a:off x="3637269" y="2645598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73" name="dev.73"/>
          <p:cNvSpPr txBox="1"/>
          <p:nvPr/>
        </p:nvSpPr>
        <p:spPr>
          <a:xfrm>
            <a:off x="3478777" y="2426147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incididunt</a:t>
            </a:r>
          </a:p>
        </p:txBody>
      </p:sp>
      <p:cxnSp>
        <p:nvCxnSpPr>
          <p:cNvPr id="74" name="dev.74"/>
          <p:cNvCxnSpPr/>
          <p:nvPr/>
        </p:nvCxnSpPr>
        <p:spPr>
          <a:xfrm>
            <a:off x="4617726" y="2645598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75" name="dev.75"/>
          <p:cNvSpPr txBox="1"/>
          <p:nvPr/>
        </p:nvSpPr>
        <p:spPr>
          <a:xfrm>
            <a:off x="4459234" y="2426147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ut</a:t>
            </a:r>
          </a:p>
        </p:txBody>
      </p:sp>
      <p:sp>
        <p:nvSpPr>
          <p:cNvPr id="76" name="dev.76"/>
          <p:cNvSpPr txBox="1"/>
          <p:nvPr/>
        </p:nvSpPr>
        <p:spPr>
          <a:xfrm>
            <a:off x="1779987" y="3218606"/>
            <a:ext cx="3824290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labore et</a:t>
            </a:r>
          </a:p>
        </p:txBody>
      </p:sp>
      <p:sp>
        <p:nvSpPr>
          <p:cNvPr id="77" name="dev.77"/>
          <p:cNvSpPr/>
          <p:nvPr/>
        </p:nvSpPr>
        <p:spPr>
          <a:xfrm>
            <a:off x="1779987" y="3389291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8" name="dev.78"/>
          <p:cNvSpPr txBox="1"/>
          <p:nvPr/>
        </p:nvSpPr>
        <p:spPr>
          <a:xfrm>
            <a:off x="1828754" y="3852574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00 magna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aliqua enim ad</a:t>
            </a:r>
          </a:p>
        </p:txBody>
      </p:sp>
      <p:sp>
        <p:nvSpPr>
          <p:cNvPr id="79" name="dev.79"/>
          <p:cNvSpPr/>
          <p:nvPr/>
        </p:nvSpPr>
        <p:spPr>
          <a:xfrm>
            <a:off x="2760443" y="3389291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0" name="dev.80"/>
          <p:cNvSpPr txBox="1"/>
          <p:nvPr/>
        </p:nvSpPr>
        <p:spPr>
          <a:xfrm>
            <a:off x="2809210" y="3852574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minim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veniam</a:t>
            </a:r>
          </a:p>
        </p:txBody>
      </p:sp>
      <p:sp>
        <p:nvSpPr>
          <p:cNvPr id="81" name="dev.81"/>
          <p:cNvSpPr/>
          <p:nvPr/>
        </p:nvSpPr>
        <p:spPr>
          <a:xfrm>
            <a:off x="3740898" y="3389291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2" name="dev.82"/>
          <p:cNvSpPr txBox="1"/>
          <p:nvPr/>
        </p:nvSpPr>
        <p:spPr>
          <a:xfrm>
            <a:off x="3789665" y="3852574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quis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nostrud</a:t>
            </a:r>
          </a:p>
        </p:txBody>
      </p:sp>
      <p:sp>
        <p:nvSpPr>
          <p:cNvPr id="83" name="dev.83"/>
          <p:cNvSpPr/>
          <p:nvPr/>
        </p:nvSpPr>
        <p:spPr>
          <a:xfrm>
            <a:off x="4721355" y="3389291"/>
            <a:ext cx="882922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4" name="dev.84"/>
          <p:cNvSpPr txBox="1"/>
          <p:nvPr/>
        </p:nvSpPr>
        <p:spPr>
          <a:xfrm>
            <a:off x="4770122" y="3852574"/>
            <a:ext cx="785388" cy="243834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exercitation</a:t>
            </a:r>
          </a:p>
          <a:p>
            <a:pPr algn="ctr"/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ullamco</a:t>
            </a:r>
          </a:p>
        </p:txBody>
      </p:sp>
      <p:cxnSp>
        <p:nvCxnSpPr>
          <p:cNvPr id="85" name="dev.85"/>
          <p:cNvCxnSpPr/>
          <p:nvPr/>
        </p:nvCxnSpPr>
        <p:spPr>
          <a:xfrm>
            <a:off x="2656814" y="3767234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86" name="dev.86"/>
          <p:cNvSpPr txBox="1"/>
          <p:nvPr/>
        </p:nvSpPr>
        <p:spPr>
          <a:xfrm>
            <a:off x="2498322" y="3547782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laboris</a:t>
            </a:r>
          </a:p>
        </p:txBody>
      </p:sp>
      <p:cxnSp>
        <p:nvCxnSpPr>
          <p:cNvPr id="87" name="dev.87"/>
          <p:cNvCxnSpPr/>
          <p:nvPr/>
        </p:nvCxnSpPr>
        <p:spPr>
          <a:xfrm>
            <a:off x="3637269" y="3767234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88" name="dev.88"/>
          <p:cNvSpPr txBox="1"/>
          <p:nvPr/>
        </p:nvSpPr>
        <p:spPr>
          <a:xfrm>
            <a:off x="3478777" y="3547782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nisi</a:t>
            </a:r>
          </a:p>
        </p:txBody>
      </p:sp>
      <p:cxnSp>
        <p:nvCxnSpPr>
          <p:cNvPr id="89" name="dev.89"/>
          <p:cNvCxnSpPr/>
          <p:nvPr/>
        </p:nvCxnSpPr>
        <p:spPr>
          <a:xfrm>
            <a:off x="4617726" y="3767234"/>
            <a:ext cx="109725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90" name="dev.90"/>
          <p:cNvSpPr txBox="1"/>
          <p:nvPr/>
        </p:nvSpPr>
        <p:spPr>
          <a:xfrm>
            <a:off x="4459234" y="3547782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lorem</a:t>
            </a:r>
          </a:p>
        </p:txBody>
      </p:sp>
      <p:sp>
        <p:nvSpPr>
          <p:cNvPr id="91" name="dev.91"/>
          <p:cNvSpPr txBox="1"/>
          <p:nvPr/>
        </p:nvSpPr>
        <p:spPr>
          <a:xfrm>
            <a:off x="5896878" y="2096972"/>
            <a:ext cx="4514828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ipsum dolor</a:t>
            </a:r>
          </a:p>
        </p:txBody>
      </p:sp>
      <p:sp>
        <p:nvSpPr>
          <p:cNvPr id="92" name="dev.92"/>
          <p:cNvSpPr/>
          <p:nvPr/>
        </p:nvSpPr>
        <p:spPr>
          <a:xfrm>
            <a:off x="5896878" y="2267655"/>
            <a:ext cx="4514828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3" name="dev.93"/>
          <p:cNvSpPr txBox="1"/>
          <p:nvPr/>
        </p:nvSpPr>
        <p:spPr>
          <a:xfrm>
            <a:off x="6384546" y="2267655"/>
            <a:ext cx="3978394" cy="512051"/>
          </a:xfrm>
          <a:prstGeom prst="rect">
            <a:avLst/>
          </a:prstGeom>
          <a:noFill/>
          <a:effectLst/>
        </p:spPr>
        <p:txBody>
          <a:bodyPr wrap="square" tIns="9144" bIns="9144" anchor="ctr">
            <a:noAutofit/>
          </a:bodyPr>
          <a:lstStyle/>
          <a:p>
            <a:pPr algn="l"/>
            <a:r>
              <a:rPr sz="1050" b="1">
                <a:solidFill>
                  <a:schemeClr val="tx1">
                    <a:lumMod val="90000"/>
                    <a:lumOff val="10000"/>
                  </a:schemeClr>
                </a:solidFill>
              </a:rPr>
              <a:t>sit amet</a:t>
            </a:r>
          </a:p>
          <a:p>
            <a:pPr algn="l"/>
            <a:r>
              <a:rPr sz="850">
                <a:solidFill>
                  <a:schemeClr val="tx1">
                    <a:lumMod val="65000"/>
                    <a:lumOff val="35000"/>
                  </a:schemeClr>
                </a:solidFill>
              </a:rPr>
              <a:t>consectetur adipiscing elit sed</a:t>
            </a:r>
          </a:p>
        </p:txBody>
      </p:sp>
      <p:sp>
        <p:nvSpPr>
          <p:cNvPr id="94" name="dev.94"/>
          <p:cNvSpPr txBox="1"/>
          <p:nvPr/>
        </p:nvSpPr>
        <p:spPr>
          <a:xfrm>
            <a:off x="5896878" y="2950390"/>
            <a:ext cx="4514828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do eiusmod</a:t>
            </a:r>
          </a:p>
        </p:txBody>
      </p:sp>
      <p:sp>
        <p:nvSpPr>
          <p:cNvPr id="95" name="dev.95"/>
          <p:cNvSpPr/>
          <p:nvPr/>
        </p:nvSpPr>
        <p:spPr>
          <a:xfrm>
            <a:off x="5896878" y="3121074"/>
            <a:ext cx="1456176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6" name="dev.96"/>
          <p:cNvSpPr txBox="1"/>
          <p:nvPr/>
        </p:nvSpPr>
        <p:spPr>
          <a:xfrm>
            <a:off x="5945645" y="3559974"/>
            <a:ext cx="1358642" cy="268217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tempor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incididunt</a:t>
            </a:r>
          </a:p>
        </p:txBody>
      </p:sp>
      <p:sp>
        <p:nvSpPr>
          <p:cNvPr id="97" name="dev.97"/>
          <p:cNvSpPr/>
          <p:nvPr/>
        </p:nvSpPr>
        <p:spPr>
          <a:xfrm>
            <a:off x="7426205" y="3121074"/>
            <a:ext cx="1456176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8" name="dev.98"/>
          <p:cNvSpPr txBox="1"/>
          <p:nvPr/>
        </p:nvSpPr>
        <p:spPr>
          <a:xfrm>
            <a:off x="7474972" y="3559974"/>
            <a:ext cx="1358642" cy="268217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ut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labore et dolore</a:t>
            </a:r>
          </a:p>
        </p:txBody>
      </p:sp>
      <p:sp>
        <p:nvSpPr>
          <p:cNvPr id="99" name="dev.99"/>
          <p:cNvSpPr/>
          <p:nvPr/>
        </p:nvSpPr>
        <p:spPr>
          <a:xfrm>
            <a:off x="8955531" y="3121074"/>
            <a:ext cx="1456176" cy="75588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0" name="dev.100"/>
          <p:cNvSpPr txBox="1"/>
          <p:nvPr/>
        </p:nvSpPr>
        <p:spPr>
          <a:xfrm>
            <a:off x="9004298" y="3559974"/>
            <a:ext cx="1358642" cy="268217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magna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aliqua enim</a:t>
            </a:r>
          </a:p>
        </p:txBody>
      </p:sp>
      <p:sp>
        <p:nvSpPr>
          <p:cNvPr id="101" name="dev.101"/>
          <p:cNvSpPr txBox="1"/>
          <p:nvPr/>
        </p:nvSpPr>
        <p:spPr>
          <a:xfrm>
            <a:off x="5896878" y="4047643"/>
            <a:ext cx="4514828" cy="15849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850" b="1">
                <a:solidFill>
                  <a:schemeClr val="tx1">
                    <a:lumMod val="65000"/>
                    <a:lumOff val="35000"/>
                  </a:schemeClr>
                </a:solidFill>
              </a:rPr>
              <a:t>ad minim veniam quis</a:t>
            </a:r>
          </a:p>
        </p:txBody>
      </p:sp>
      <p:sp>
        <p:nvSpPr>
          <p:cNvPr id="102" name="dev.102"/>
          <p:cNvSpPr/>
          <p:nvPr/>
        </p:nvSpPr>
        <p:spPr>
          <a:xfrm>
            <a:off x="5896878" y="4218327"/>
            <a:ext cx="863952" cy="1493483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3" name="dev.103"/>
          <p:cNvSpPr txBox="1"/>
          <p:nvPr/>
        </p:nvSpPr>
        <p:spPr>
          <a:xfrm>
            <a:off x="5945645" y="4632844"/>
            <a:ext cx="766418" cy="1030198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850" b="1">
                <a:solidFill>
                  <a:schemeClr val="tx1">
                    <a:lumMod val="90000"/>
                    <a:lumOff val="10000"/>
                  </a:schemeClr>
                </a:solidFill>
              </a:rPr>
              <a:t>nostrud exercitation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ullamco</a:t>
            </a:r>
          </a:p>
        </p:txBody>
      </p:sp>
      <p:sp>
        <p:nvSpPr>
          <p:cNvPr id="104" name="dev.104"/>
          <p:cNvSpPr/>
          <p:nvPr/>
        </p:nvSpPr>
        <p:spPr>
          <a:xfrm>
            <a:off x="6809598" y="4218327"/>
            <a:ext cx="863952" cy="1493483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5" name="dev.105"/>
          <p:cNvSpPr txBox="1"/>
          <p:nvPr/>
        </p:nvSpPr>
        <p:spPr>
          <a:xfrm>
            <a:off x="6858365" y="4632844"/>
            <a:ext cx="766418" cy="1030198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850" b="1">
                <a:solidFill>
                  <a:schemeClr val="tx1">
                    <a:lumMod val="90000"/>
                    <a:lumOff val="10000"/>
                  </a:schemeClr>
                </a:solidFill>
              </a:rPr>
              <a:t>laboris nisi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lorem</a:t>
            </a:r>
          </a:p>
        </p:txBody>
      </p:sp>
      <p:sp>
        <p:nvSpPr>
          <p:cNvPr id="106" name="dev.106"/>
          <p:cNvSpPr/>
          <p:nvPr/>
        </p:nvSpPr>
        <p:spPr>
          <a:xfrm>
            <a:off x="7722316" y="4218327"/>
            <a:ext cx="863952" cy="1493483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7" name="dev.107"/>
          <p:cNvSpPr txBox="1"/>
          <p:nvPr/>
        </p:nvSpPr>
        <p:spPr>
          <a:xfrm>
            <a:off x="7771083" y="4632844"/>
            <a:ext cx="766418" cy="1030198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850" b="1">
                <a:solidFill>
                  <a:schemeClr val="tx1">
                    <a:lumMod val="90000"/>
                    <a:lumOff val="10000"/>
                  </a:schemeClr>
                </a:solidFill>
              </a:rPr>
              <a:t>ipsum dolor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sit</a:t>
            </a:r>
          </a:p>
        </p:txBody>
      </p:sp>
      <p:sp>
        <p:nvSpPr>
          <p:cNvPr id="108" name="dev.108"/>
          <p:cNvSpPr/>
          <p:nvPr/>
        </p:nvSpPr>
        <p:spPr>
          <a:xfrm>
            <a:off x="8635036" y="4218327"/>
            <a:ext cx="863952" cy="1493483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9" name="dev.109"/>
          <p:cNvSpPr txBox="1"/>
          <p:nvPr/>
        </p:nvSpPr>
        <p:spPr>
          <a:xfrm>
            <a:off x="8683803" y="4632844"/>
            <a:ext cx="766418" cy="1030198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850" b="1">
                <a:solidFill>
                  <a:schemeClr val="tx1">
                    <a:lumMod val="90000"/>
                    <a:lumOff val="10000"/>
                  </a:schemeClr>
                </a:solidFill>
              </a:rPr>
              <a:t>amet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consectetur</a:t>
            </a:r>
          </a:p>
        </p:txBody>
      </p:sp>
      <p:sp>
        <p:nvSpPr>
          <p:cNvPr id="110" name="dev.110"/>
          <p:cNvSpPr/>
          <p:nvPr/>
        </p:nvSpPr>
        <p:spPr>
          <a:xfrm>
            <a:off x="9547755" y="4218327"/>
            <a:ext cx="863952" cy="1493483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1" name="dev.111"/>
          <p:cNvSpPr txBox="1"/>
          <p:nvPr/>
        </p:nvSpPr>
        <p:spPr>
          <a:xfrm>
            <a:off x="9596521" y="4632844"/>
            <a:ext cx="766418" cy="1030198"/>
          </a:xfrm>
          <a:prstGeom prst="rect">
            <a:avLst/>
          </a:prstGeom>
          <a:noFill/>
          <a:effectLst/>
        </p:spPr>
        <p:txBody>
          <a:bodyPr wrap="square" tIns="0" bIns="0" anchor="t">
            <a:noAutofit/>
          </a:bodyPr>
          <a:lstStyle/>
          <a:p>
            <a:pPr algn="ctr"/>
            <a:r>
              <a:rPr sz="850" b="1">
                <a:solidFill>
                  <a:schemeClr val="tx1">
                    <a:lumMod val="90000"/>
                    <a:lumOff val="10000"/>
                  </a:schemeClr>
                </a:solidFill>
              </a:rPr>
              <a:t>adipiscing elit</a:t>
            </a:r>
          </a:p>
          <a:p>
            <a:pPr algn="ctr"/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sed</a:t>
            </a:r>
          </a:p>
        </p:txBody>
      </p:sp>
      <p:sp>
        <p:nvSpPr>
          <p:cNvPr id="112" name="dev.112"/>
          <p:cNvSpPr/>
          <p:nvPr/>
        </p:nvSpPr>
        <p:spPr>
          <a:xfrm>
            <a:off x="1706837" y="5858110"/>
            <a:ext cx="8778021" cy="87780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3" name="dev.113"/>
          <p:cNvSpPr/>
          <p:nvPr/>
        </p:nvSpPr>
        <p:spPr>
          <a:xfrm>
            <a:off x="1706837" y="5858110"/>
            <a:ext cx="8778021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algn="l"/>
            <a:r>
              <a:rPr sz="1150" b="1">
                <a:solidFill>
                  <a:schemeClr val="tx1">
                    <a:lumMod val="90000"/>
                    <a:lumOff val="10000"/>
                  </a:schemeClr>
                </a:solidFill>
              </a:rPr>
              <a:t>do eiusmod tempor incididunt ut labore et dolore magna</a:t>
            </a:r>
          </a:p>
        </p:txBody>
      </p:sp>
      <p:sp>
        <p:nvSpPr>
          <p:cNvPr id="114" name="dev.114"/>
          <p:cNvSpPr/>
          <p:nvPr/>
        </p:nvSpPr>
        <p:spPr>
          <a:xfrm>
            <a:off x="1706837" y="6120231"/>
            <a:ext cx="8778021" cy="30479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5" name="dev.115"/>
          <p:cNvSpPr/>
          <p:nvPr/>
        </p:nvSpPr>
        <p:spPr>
          <a:xfrm>
            <a:off x="1804371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6" name="dev.116"/>
          <p:cNvSpPr txBox="1"/>
          <p:nvPr/>
        </p:nvSpPr>
        <p:spPr>
          <a:xfrm>
            <a:off x="2243272" y="6223860"/>
            <a:ext cx="521194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aliqua</a:t>
            </a:r>
          </a:p>
        </p:txBody>
      </p:sp>
      <p:sp>
        <p:nvSpPr>
          <p:cNvPr id="117" name="dev.117"/>
          <p:cNvSpPr/>
          <p:nvPr/>
        </p:nvSpPr>
        <p:spPr>
          <a:xfrm>
            <a:off x="2886384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8" name="dev.118"/>
          <p:cNvSpPr txBox="1"/>
          <p:nvPr/>
        </p:nvSpPr>
        <p:spPr>
          <a:xfrm>
            <a:off x="3325285" y="6223860"/>
            <a:ext cx="521195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enim</a:t>
            </a:r>
          </a:p>
        </p:txBody>
      </p:sp>
      <p:sp>
        <p:nvSpPr>
          <p:cNvPr id="119" name="dev.119"/>
          <p:cNvSpPr/>
          <p:nvPr/>
        </p:nvSpPr>
        <p:spPr>
          <a:xfrm>
            <a:off x="3968397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0" name="dev.120"/>
          <p:cNvSpPr txBox="1"/>
          <p:nvPr/>
        </p:nvSpPr>
        <p:spPr>
          <a:xfrm>
            <a:off x="4407298" y="6223860"/>
            <a:ext cx="521195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ad</a:t>
            </a:r>
          </a:p>
        </p:txBody>
      </p:sp>
      <p:sp>
        <p:nvSpPr>
          <p:cNvPr id="121" name="dev.121"/>
          <p:cNvSpPr/>
          <p:nvPr/>
        </p:nvSpPr>
        <p:spPr>
          <a:xfrm>
            <a:off x="5050410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2" name="dev.122"/>
          <p:cNvSpPr txBox="1"/>
          <p:nvPr/>
        </p:nvSpPr>
        <p:spPr>
          <a:xfrm>
            <a:off x="5489311" y="6223860"/>
            <a:ext cx="521194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minim</a:t>
            </a:r>
          </a:p>
        </p:txBody>
      </p:sp>
      <p:sp>
        <p:nvSpPr>
          <p:cNvPr id="123" name="dev.123"/>
          <p:cNvSpPr/>
          <p:nvPr/>
        </p:nvSpPr>
        <p:spPr>
          <a:xfrm>
            <a:off x="6132423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4" name="dev.124"/>
          <p:cNvSpPr txBox="1"/>
          <p:nvPr/>
        </p:nvSpPr>
        <p:spPr>
          <a:xfrm>
            <a:off x="6571324" y="6223860"/>
            <a:ext cx="521194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veniam</a:t>
            </a:r>
          </a:p>
        </p:txBody>
      </p:sp>
      <p:sp>
        <p:nvSpPr>
          <p:cNvPr id="125" name="dev.125"/>
          <p:cNvSpPr/>
          <p:nvPr/>
        </p:nvSpPr>
        <p:spPr>
          <a:xfrm>
            <a:off x="7214436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6" name="dev.126"/>
          <p:cNvSpPr txBox="1"/>
          <p:nvPr/>
        </p:nvSpPr>
        <p:spPr>
          <a:xfrm>
            <a:off x="7653337" y="6223860"/>
            <a:ext cx="521194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1000" b="1">
                <a:solidFill>
                  <a:schemeClr val="tx1">
                    <a:lumMod val="90000"/>
                    <a:lumOff val="10000"/>
                  </a:schemeClr>
                </a:solidFill>
              </a:rPr>
              <a:t>quis</a:t>
            </a:r>
          </a:p>
        </p:txBody>
      </p:sp>
      <p:sp>
        <p:nvSpPr>
          <p:cNvPr id="127" name="dev.127"/>
          <p:cNvSpPr/>
          <p:nvPr/>
        </p:nvSpPr>
        <p:spPr>
          <a:xfrm>
            <a:off x="8296449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8" name="dev.128"/>
          <p:cNvSpPr txBox="1"/>
          <p:nvPr/>
        </p:nvSpPr>
        <p:spPr>
          <a:xfrm>
            <a:off x="8357407" y="6223860"/>
            <a:ext cx="886946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nostrud</a:t>
            </a:r>
          </a:p>
        </p:txBody>
      </p:sp>
      <p:sp>
        <p:nvSpPr>
          <p:cNvPr id="129" name="dev.129"/>
          <p:cNvSpPr/>
          <p:nvPr/>
        </p:nvSpPr>
        <p:spPr>
          <a:xfrm>
            <a:off x="9378462" y="6223860"/>
            <a:ext cx="1008863" cy="43890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0" name="dev.130"/>
          <p:cNvSpPr txBox="1"/>
          <p:nvPr/>
        </p:nvSpPr>
        <p:spPr>
          <a:xfrm>
            <a:off x="9439420" y="6223860"/>
            <a:ext cx="886946" cy="43890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l"/>
            <a:r>
              <a:rPr sz="950" b="1">
                <a:solidFill>
                  <a:schemeClr val="tx1">
                    <a:lumMod val="90000"/>
                    <a:lumOff val="10000"/>
                  </a:schemeClr>
                </a:solidFill>
              </a:rPr>
              <a:t>exercitation</a:t>
            </a:r>
          </a:p>
        </p:txBody>
      </p:sp>
      <p:cxnSp>
        <p:nvCxnSpPr>
          <p:cNvPr id="131" name="dev.131"/>
          <p:cNvCxnSpPr/>
          <p:nvPr/>
        </p:nvCxnSpPr>
        <p:spPr>
          <a:xfrm>
            <a:off x="1591016" y="3758090"/>
            <a:ext cx="109725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32" name="dev.132"/>
          <p:cNvSpPr txBox="1"/>
          <p:nvPr/>
        </p:nvSpPr>
        <p:spPr>
          <a:xfrm>
            <a:off x="1432524" y="3538640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ullamco laboris nisi</a:t>
            </a:r>
          </a:p>
        </p:txBody>
      </p:sp>
      <p:cxnSp>
        <p:nvCxnSpPr>
          <p:cNvPr id="133" name="dev.133"/>
          <p:cNvCxnSpPr/>
          <p:nvPr/>
        </p:nvCxnSpPr>
        <p:spPr>
          <a:xfrm>
            <a:off x="10490954" y="3758090"/>
            <a:ext cx="109724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34" name="dev.134"/>
          <p:cNvSpPr txBox="1"/>
          <p:nvPr/>
        </p:nvSpPr>
        <p:spPr>
          <a:xfrm>
            <a:off x="10332462" y="3538640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lorem ipsum dolor</a:t>
            </a:r>
          </a:p>
        </p:txBody>
      </p:sp>
      <p:cxnSp>
        <p:nvCxnSpPr>
          <p:cNvPr id="135" name="dev.135"/>
          <p:cNvCxnSpPr/>
          <p:nvPr/>
        </p:nvCxnSpPr>
        <p:spPr>
          <a:xfrm>
            <a:off x="5683523" y="3758090"/>
            <a:ext cx="134109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36" name="dev.136"/>
          <p:cNvSpPr txBox="1"/>
          <p:nvPr/>
        </p:nvSpPr>
        <p:spPr>
          <a:xfrm>
            <a:off x="5537223" y="3538640"/>
            <a:ext cx="426709" cy="19506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noAutofit/>
          </a:bodyPr>
          <a:lstStyle/>
          <a:p>
            <a:pPr algn="ctr"/>
            <a:r>
              <a:rPr sz="800" b="0">
                <a:solidFill>
                  <a:schemeClr val="tx1">
                    <a:lumMod val="90000"/>
                    <a:lumOff val="10000"/>
                  </a:schemeClr>
                </a:solidFill>
              </a:rPr>
              <a:t>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moid">
  <a:themeElements>
    <a:clrScheme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F38B1F"/>
      </a:accent4>
      <a:accent5>
        <a:srgbClr val="4EA347"/>
      </a:accent5>
      <a:accent6>
        <a:srgbClr val="6B7983"/>
      </a:accent6>
      <a:hlink>
        <a:srgbClr val="1E3C7D"/>
      </a:hlink>
      <a:folHlink>
        <a:srgbClr val="6B7983"/>
      </a:folHlink>
    </a:clrScheme>
    <a:fontScheme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DL31</dc:title>
  <dc:creator>Sigmoid</dc:creator>
  <cp:lastModifiedBy>Sigmoid</cp:lastModifiedBy>
  <cp:revision>1</cp:revision>
  <dcterms:created xsi:type="dcterms:W3CDTF">2026-10-03T00:00:00Z</dcterms:created>
  <dcterms:modified xsi:type="dcterms:W3CDTF">2026-10-03T00:00:00Z</dcterms:modified>
</cp:coreProperties>
</file>