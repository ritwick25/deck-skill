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9144000" cy="5143500"/>
  <p:notesSz cx="6858000" cy="9144000"/>
  <p:defaultTextStyle>
    <a:defPPr>
      <a:defRPr lang="en-US"/>
    </a:defPPr>
    <a:lvl1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1pPr>
    <a:lvl2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2pPr>
    <a:lvl3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3pPr>
    <a:lvl4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4pPr>
    <a:lvl5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7pPr>
    <a:lvl8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8pPr>
    <a:lvl9pPr marL="0" indent="0" algn="l" defTabSz="914400" rtl="0" eaLnBrk="1" latinLnBrk="0" hangingPunct="1">
      <a:lnSpc>
        <a:spcPct val="100000"/>
      </a:lnSpc>
      <a:spcBef>
        <a:spcPts val="0"/>
      </a:spcBef>
      <a:buNone/>
      <a:defRPr sz="900" kern="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900" b="1" kern="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900" kern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sigmoid">
  <a:themeElements>
    <a:clrScheme xmlns:a="http://schemas.openxmlformats.org/drawingml/2006/main" name="sigmoid">
      <a:dk1>
        <a:srgbClr val="000000"/>
      </a:dk1>
      <a:lt1>
        <a:srgbClr val="FFFFFF"/>
      </a:lt1>
      <a:dk2>
        <a:srgbClr val="4B5960"/>
      </a:dk2>
      <a:lt2>
        <a:srgbClr val="E7E6E6"/>
      </a:lt2>
      <a:accent1>
        <a:srgbClr val="D91E18"/>
      </a:accent1>
      <a:accent2>
        <a:srgbClr val="1E3C7D"/>
      </a:accent2>
      <a:accent3>
        <a:srgbClr val="00A0E9"/>
      </a:accent3>
      <a:accent4>
        <a:srgbClr val="F38B1F"/>
      </a:accent4>
      <a:accent5>
        <a:srgbClr val="4EA347"/>
      </a:accent5>
      <a:accent6>
        <a:srgbClr val="6B7983"/>
      </a:accent6>
      <a:hlink>
        <a:srgbClr val="1E3C7D"/>
      </a:hlink>
      <a:folHlink>
        <a:srgbClr val="6B7983"/>
      </a:folHlink>
    </a:clrScheme>
    <a:fontScheme xmlns:a="http://schemas.openxmlformats.org/drawingml/2006/main" name="sigmoid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sigmoid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Application>Microsoft Office PowerPoint</Application>
  <PresentationFormat>Custom</PresentationFormat>
  <Slides>0</Slides>
  <Company>Sigmoid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Sigmoid</dc:creator>
  <cp:lastModifiedBy>Sigmoid</cp:lastModifiedBy>
  <cp:revision>1</cp:revision>
  <dcterms:created xsi:type="dcterms:W3CDTF">1980-01-01T00:00:00Z</dcterms:created>
  <dcterms:modified xsi:type="dcterms:W3CDTF">1980-01-01T00:00:00Z</dcterms:modified>
</cp:coreProperties>
</file>