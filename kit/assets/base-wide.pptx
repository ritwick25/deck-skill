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b="1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igmoid">
  <a:themeElements>
    <a:clrScheme xmlns:a="http://schemas.openxmlformats.org/drawingml/2006/main" name="sigmoid">
      <a:dk1>
        <a:srgbClr val="000000"/>
      </a:dk1>
      <a:lt1>
        <a:srgbClr val="FFFFFF"/>
      </a:lt1>
      <a:dk2>
        <a:srgbClr val="4B5960"/>
      </a:dk2>
      <a:lt2>
        <a:srgbClr val="E7E6E6"/>
      </a:lt2>
      <a:accent1>
        <a:srgbClr val="D91E18"/>
      </a:accent1>
      <a:accent2>
        <a:srgbClr val="1E3C7D"/>
      </a:accent2>
      <a:accent3>
        <a:srgbClr val="00A0E9"/>
      </a:accent3>
      <a:accent4>
        <a:srgbClr val="A6A6A6"/>
      </a:accent4>
      <a:accent5>
        <a:srgbClr val="D9D9D9"/>
      </a:accent5>
      <a:accent6>
        <a:srgbClr val="6B7983"/>
      </a:accent6>
      <a:hlink>
        <a:srgbClr val="1E3C7D"/>
      </a:hlink>
      <a:folHlink>
        <a:srgbClr val="6B7983"/>
      </a:folHlink>
    </a:clrScheme>
    <a:fontScheme xmlns:a="http://schemas.openxmlformats.org/drawingml/2006/main" name="sigmoi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xmlns:a="http://schemas.openxmlformats.org/drawingml/2006/main" name="sigmoi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0</Slides>
  <Company>Sigmoid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Sigmoid</dc:creator>
  <cp:lastModifiedBy>Sigmoid</cp:lastModifiedBy>
  <cp:revision>1</cp:revision>
  <dcterms:created xsi:type="dcterms:W3CDTF">1980-01-01T00:00:00Z</dcterms:created>
  <dcterms:modified xsi:type="dcterms:W3CDTF">1980-01-01T00:00:00Z</dcterms:modified>
</cp:coreProperties>
</file>